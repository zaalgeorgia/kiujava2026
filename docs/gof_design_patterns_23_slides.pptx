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0"/>
    <p:restoredTop sz="94665"/>
  </p:normalViewPr>
  <p:slideViewPr>
    <p:cSldViewPr snapToGrid="0" snapToObjects="1">
      <p:cViewPr varScale="1">
        <p:scale>
          <a:sx n="107" d="100"/>
          <a:sy n="107" d="100"/>
        </p:scale>
        <p:origin x="115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GoF Design Patterns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23 Classical Patterns (Gamma, Helm, Johnson, Vlissides)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Factory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Creational</a:t>
            </a:r>
          </a:p>
          <a:p>
            <a:r>
              <a:t>Define an interface for creating an object but let subclasses decide which class to instantiate.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Creational</a:t>
            </a:r>
          </a:p>
          <a:p>
            <a:r>
              <a:t>Separate the construction of a complex object from its representation so the same process can create different representations.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Creational</a:t>
            </a:r>
          </a:p>
          <a:p>
            <a:r>
              <a:t>Provide an interface for creating families of related objects without specifying their concrete classes.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Creational</a:t>
            </a:r>
          </a:p>
          <a:p>
            <a:r>
              <a:t>Ensure a class has only one instance and provide a global access point to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Creational</a:t>
            </a:r>
          </a:p>
          <a:p>
            <a:r>
              <a:t>Create new objects by copying an existing object rather than instantiating new 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Structural</a:t>
            </a:r>
          </a:p>
          <a:p>
            <a:r>
              <a:t>Convert the interface of a class into another interface that clients expect.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Structural</a:t>
            </a:r>
          </a:p>
          <a:p>
            <a:r>
              <a:t>Decouple an abstraction from its implementation so the two can vary independently.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Structural</a:t>
            </a:r>
          </a:p>
          <a:p>
            <a:r>
              <a:t>Compose objects into tree structures to represent part-whole hierarchies.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Structural</a:t>
            </a:r>
          </a:p>
          <a:p>
            <a:r>
              <a:t>Attach additional responsibilities to an object dynamically without modifying its class.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Structural</a:t>
            </a:r>
          </a:p>
          <a:p>
            <a:r>
              <a:t>Provide a simplified interface to a complex subsystem.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Structural</a:t>
            </a:r>
          </a:p>
          <a:p>
            <a:r>
              <a:t>Use sharing to support large numbers of fine‑grained objects efficiently.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Structural</a:t>
            </a:r>
          </a:p>
          <a:p>
            <a:r>
              <a:t>Provide a placeholder object that controls access to another object.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 of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Behavioral</a:t>
            </a:r>
          </a:p>
          <a:p>
            <a:r>
              <a:t>Pass a request along a chain of handlers until one handles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Behavioral</a:t>
            </a:r>
          </a:p>
          <a:p>
            <a:r>
              <a:t>Encapsulate a request as an object so it can be parameterized, queued, or logged.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Behavioral</a:t>
            </a:r>
          </a:p>
          <a:p>
            <a:r>
              <a:t>Define a representation for a language grammar and an interpreter that evaluates sentences in that language.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Behavioral</a:t>
            </a:r>
          </a:p>
          <a:p>
            <a:r>
              <a:t>Provide a way to access elements of a collection sequentially without exposing its internal structure.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Behavioral</a:t>
            </a:r>
          </a:p>
          <a:p>
            <a:r>
              <a:t>Centralize communication between objects to reduce direct dependencies.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Behavioral</a:t>
            </a:r>
          </a:p>
          <a:p>
            <a:r>
              <a:t>Capture and store an object's internal state so it can be restored later.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Behavioral</a:t>
            </a:r>
          </a:p>
          <a:p>
            <a:r>
              <a:t>Define a one‑to‑many dependency so that when one object changes state, all dependents are notified.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Behavioral</a:t>
            </a:r>
          </a:p>
          <a:p>
            <a:r>
              <a:t>Allow an object to change its behavior when its internal state changes.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Behavioral</a:t>
            </a:r>
          </a:p>
          <a:p>
            <a:r>
              <a:t>Define a family of algorithms, encapsulate each one, and make them interchangeable.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Behavioral</a:t>
            </a:r>
          </a:p>
          <a:p>
            <a:r>
              <a:t>Define the skeleton of an algorithm in a base class while letting subclasses override specific steps.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Behavioral</a:t>
            </a:r>
          </a:p>
          <a:p>
            <a:r>
              <a:t>Represent an operation on elements of an object structure without changing the element classes.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cfc8c2f-5b5e-4f0b-af95-b31eaf277d35}" enabled="1" method="Standard" siteId="{124ccfbd-07ea-44e3-8794-af8986d6380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440</Words>
  <Application>Microsoft Macintosh PowerPoint</Application>
  <PresentationFormat>On-screen Show (4:3)</PresentationFormat>
  <Paragraphs>71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GoF Design Patterns</vt:lpstr>
      <vt:lpstr>Factory Method</vt:lpstr>
      <vt:lpstr>Builder</vt:lpstr>
      <vt:lpstr>Abstract Factory</vt:lpstr>
      <vt:lpstr>Singleton</vt:lpstr>
      <vt:lpstr>Prototype</vt:lpstr>
      <vt:lpstr>Adapter</vt:lpstr>
      <vt:lpstr>Bridge</vt:lpstr>
      <vt:lpstr>Composite</vt:lpstr>
      <vt:lpstr>Decorator</vt:lpstr>
      <vt:lpstr>Facade</vt:lpstr>
      <vt:lpstr>Flyweight</vt:lpstr>
      <vt:lpstr>Proxy</vt:lpstr>
      <vt:lpstr>Chain of Responsibility</vt:lpstr>
      <vt:lpstr>Command</vt:lpstr>
      <vt:lpstr>Interpreter</vt:lpstr>
      <vt:lpstr>Iterator</vt:lpstr>
      <vt:lpstr>Mediator</vt:lpstr>
      <vt:lpstr>Memento</vt:lpstr>
      <vt:lpstr>Observer</vt:lpstr>
      <vt:lpstr>State</vt:lpstr>
      <vt:lpstr>Strategy</vt:lpstr>
      <vt:lpstr>Template Method</vt:lpstr>
      <vt:lpstr>Visitor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Zaal Beriashvili</cp:lastModifiedBy>
  <cp:revision>2</cp:revision>
  <dcterms:created xsi:type="dcterms:W3CDTF">2013-01-27T09:14:16Z</dcterms:created>
  <dcterms:modified xsi:type="dcterms:W3CDTF">2026-03-06T11:20:05Z</dcterms:modified>
  <cp:category/>
</cp:coreProperties>
</file>